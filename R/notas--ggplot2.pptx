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58E52B6-4397-48A0-9820-65C1AFE2AA94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4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01653F-F4FA-4155-A66C-FB276EC04AA0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704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56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6A3B84-4F8A-42B5-A64E-F919AD975A0F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088352-5E4A-4926-96E3-7B1E28814621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5F0BBA5-451B-47AA-9E6C-5D3B88929277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12EAE1-1D1A-48B2-89FA-C7F1438E06D6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920" cy="296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360" cy="296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9830B7-CE91-4708-B962-8979C706D086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42D563-B463-41CE-95DB-0146D6F5E039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3F2670-878D-4F44-8EB2-4AA2FAD4ACF2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28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29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9D1DE8-6C37-4C23-B324-1C03BAC74D10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1792440" y="45972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3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3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9C7FAE-3DEE-4E3D-8309-C35D47562716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ggplot2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dt" idx="3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2024-09-09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Aesthestics arguments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99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Cor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color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 cor das linhas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fill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 cor do preenchimento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alpha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 definir transparência entre 0 e 1;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99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Escala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scale_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 muda diferentes escalas (alpha, color, size, shape, radius, x, y, time, fill, hue… etc)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/>
          </p:nvPr>
        </p:nvSpPr>
        <p:spPr>
          <a:xfrm>
            <a:off x="457200" y="66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99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Rótulos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principal função é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labs()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que fica fora do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aes()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permite dar os títulos dos axis, do mapa e tudo.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Alguns argumentos de escala possuem argumentos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labels_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que modificam os rótulos do plot. Aparentemente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label_wrap_gen()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faz o texto ficar mais legível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É possível salvar o código da função que gera o plot a um objeto, e utilizar  seguido de &lt;+&gt; e qualquer função dessas que utilizam +. As funções daqui pra frente também podem (e devem) ser usadas assim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Temas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função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theme()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permite customizar as partes não associadas aos dados do plot, como títulos, legendas, fontes, fundos, linhas de gride, legendas.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Alguns argumentos de theme: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line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rect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aspect.ratio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 funções possuem hierarquias, podendo ser controladas bem especificamente. Usar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?theme()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para saber mais.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99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 funções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element_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atuam no sistema de temas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element_blank: deixa o elemento em branco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element_rect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element_line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element_text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Legendas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labs()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Modifica o rótulo dos eixos, legenda e do plot como um tudo. Alguns argumentos: - title - subtitle - caption - tag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99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Faceting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facet_wrap(vars())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Divide um plot baseado em uma variável categórica. O primeiro argumento é a váriável.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Alguns outros: - ncol: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Application>LibreOffice/25.8.5.2$Linux_X86_64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2026-02-28T16:20:54Z</dcterms:created>
  <dc:creator/>
  <dc:description/>
  <dc:language>pt-BR</dc:language>
  <cp:lastModifiedBy/>
  <dcterms:modified xsi:type="dcterms:W3CDTF">2026-02-28T14:50:37Z</dcterms:modified>
  <cp:revision>1</cp:revision>
  <dc:subject/>
  <dc:title>ggplot2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2024-09-09</vt:lpwstr>
  </property>
  <property fmtid="{D5CDD505-2E9C-101B-9397-08002B2CF9AE}" pid="3" name="output">
    <vt:lpwstr/>
  </property>
</Properties>
</file>